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32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introducing the project as a cloud-based system that watches login attempts, stores them, and alerts the admin when suspicious activity is 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solves a real security problem but keeps the implementation suitable for a student prototype using clear rules instead of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arrows in order. Emphasize that API Gateway is the entry point, Lambda is the brain, and DynamoDB/SNS/CloudWatch provide storage, alerts, and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requirement was to use three or more cloud services. This design uses six AWS services, each meaningfully integrated.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the interface and two important test results: a successful login and a suspicious login using the admin username.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rule-based detection was chosen because it is transparent, low-cost, and easy to test. The screenshot shows part of the implemented Lambda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backend is not only returning a response, but also recording evidence in DynamoDB for later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issue we solved with CORS: browser pages need permission to call the API. The OPTIONS route supports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email alert proves the suspicious login branch worked, and CloudWatch proves monitoring/logging is enabled.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security back to the grading rubric: IAM, secure communication, monitoring, and alerting are all included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screenshots in the report provide proof for these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clear summary and then move to the live demo. Explain the future improvements honestly, including Docker as a possible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" y="0"/>
            <a:ext cx="12191695" cy="6858000"/>
          </a:xfrm>
          <a:prstGeom prst="rect">
            <a:avLst/>
          </a:prstGeom>
          <a:solidFill>
            <a:srgbClr val="132B4F"/>
          </a:solidFill>
          <a:ln w="12700">
            <a:solidFill>
              <a:srgbClr val="132B4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" name="Shape 1"/>
          <p:cNvSpPr/>
          <p:nvPr/>
        </p:nvSpPr>
        <p:spPr>
          <a:xfrm>
            <a:off x="685800" y="4526280"/>
            <a:ext cx="4389120" cy="0"/>
          </a:xfrm>
          <a:prstGeom prst="line">
            <a:avLst/>
          </a:prstGeom>
          <a:noFill/>
          <a:ln w="25400">
            <a:solidFill>
              <a:srgbClr val="00A1D6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6355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Login Monitoring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Suspicious Access Alerts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EAFB"/>
                </a:solidFill>
              </a:rPr>
              <a:t>Cloud Computing &amp; Security Project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Yousef Moayyad </a:t>
            </a:r>
            <a:r>
              <a:rPr lang="en-US" sz="1600" dirty="0" err="1">
                <a:solidFill>
                  <a:srgbClr val="FFFFFF"/>
                </a:solidFill>
              </a:rPr>
              <a:t>Alkderat</a:t>
            </a:r>
            <a:r>
              <a:rPr lang="en-US" sz="1600" dirty="0">
                <a:solidFill>
                  <a:srgbClr val="FFFFFF"/>
                </a:solidFill>
              </a:rPr>
              <a:t> 20210286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57424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8E7"/>
                </a:solidFill>
              </a:rPr>
              <a:t>Serverless login monitoring prototype using AWS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Goal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Why login monitoring matters for small cloud applications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B4F"/>
                </a:solidFill>
              </a:rPr>
              <a:t>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7202A"/>
                </a:solidFill>
              </a:rPr>
              <a:t>Small systems often allow logins but do not monitor risky behavior.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</a:rPr>
              <a:t>Repeated failed attempts and common usernames can indicate brute-force attempts.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</a:rPr>
              <a:t>Without logging and alerts, suspicious activity may go unnoticed.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481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B4F"/>
                </a:solidFill>
              </a:rPr>
              <a:t>Project goal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19088" y="1874520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7202A"/>
                </a:solidFill>
              </a:rPr>
              <a:t>Build a working cloud prototype for login monitoring.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</a:rPr>
              <a:t>Apply simple rule-based suspicious access detection.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</a:rPr>
              <a:t>Store login records, monitor execution, and alert the administrator.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5074920"/>
            <a:ext cx="8549640" cy="713232"/>
          </a:xfrm>
          <a:prstGeom prst="rect">
            <a:avLst/>
          </a:prstGeom>
          <a:solidFill>
            <a:srgbClr val="1479D6"/>
          </a:solidFill>
          <a:ln>
            <a:solidFill>
              <a:srgbClr val="1479D6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Real use case: detect suspicious login behavior quickly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The end-to-end path from user login to alert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331720"/>
            <a:ext cx="1051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8308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79D6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40280" y="2331720"/>
            <a:ext cx="1298448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Frontend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HTML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79D6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60520" y="2331720"/>
            <a:ext cx="1298448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API Gateway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/login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2356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79D6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80760" y="2331720"/>
            <a:ext cx="1298448" cy="731520"/>
          </a:xfrm>
          <a:prstGeom prst="rect">
            <a:avLst/>
          </a:prstGeom>
          <a:solidFill>
            <a:srgbClr val="1479D6"/>
          </a:solidFill>
          <a:ln w="15240">
            <a:solidFill>
              <a:srgbClr val="1479D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Lambda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79D6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973568" y="1508760"/>
            <a:ext cx="15087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DynamoDB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records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54680"/>
            <a:ext cx="15087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SNS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email alert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93808" y="2331720"/>
            <a:ext cx="15087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CloudWatch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logs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43800" y="28803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79D6"/>
                </a:solidFill>
              </a:rPr>
              <a:t>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55480" y="24871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79D6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7202A"/>
                </a:solidFill>
              </a:rPr>
              <a:t>Frontend sends a POST request with username and password.</a:t>
            </a:r>
            <a:endParaRPr lang="en-US" sz="1700" dirty="0"/>
          </a:p>
          <a:p>
            <a:r>
              <a:rPr lang="en-US" sz="1700" dirty="0">
                <a:solidFill>
                  <a:srgbClr val="17202A"/>
                </a:solidFill>
              </a:rPr>
              <a:t>Lambda checks credentials and suspicious-access rules.</a:t>
            </a:r>
            <a:endParaRPr lang="en-US" sz="1700" dirty="0"/>
          </a:p>
          <a:p>
            <a:r>
              <a:rPr lang="en-US" sz="1700" dirty="0">
                <a:solidFill>
                  <a:srgbClr val="17202A"/>
                </a:solidFill>
              </a:rPr>
              <a:t>Results are stored, logged, and alerts are sent when needed.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Services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Each service has a specific role in the prototype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865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Receives secure HTTPS login requests and exposes POST /login.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AWS Lambda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08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Runs the backend logic and detects suspicious behavior.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77240" y="3767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DynamoDB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4151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Stores each login attempt and detection result.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640080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CloudWatch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865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Keeps logs for monitoring and debugging.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6400800" y="2624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SNS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008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Sends email alerts for suspicious logins.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IAM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4151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Controls permissions between services.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2011680" y="5285232"/>
            <a:ext cx="8183880" cy="621792"/>
          </a:xfrm>
          <a:prstGeom prst="rect">
            <a:avLst/>
          </a:prstGeom>
          <a:solidFill>
            <a:srgbClr val="132B4F"/>
          </a:solidFill>
          <a:ln>
            <a:solidFill>
              <a:srgbClr val="132B4F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Advanced feature: serverless backend using AWS Lambda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&amp; Demo Interface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The user-facing part of the prototype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pic>
        <p:nvPicPr>
          <p:cNvPr id="5" name="Image 0" descr="/mnt/data/Screenshot 2026-05-13 120433.png"/>
          <p:cNvPicPr>
            <a:picLocks noChangeAspect="1"/>
          </p:cNvPicPr>
          <p:nvPr/>
        </p:nvPicPr>
        <p:blipFill>
          <a:blip r:embed="rId3"/>
          <a:srcRect l="22283" r="22283"/>
          <a:stretch/>
        </p:blipFill>
        <p:spPr>
          <a:xfrm>
            <a:off x="658369" y="1444751"/>
            <a:ext cx="3825886" cy="37099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5897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36173"/>
                </a:solidFill>
              </a:rPr>
              <a:t>Clean login page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202218" y="59115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8A4A"/>
                </a:solidFill>
              </a:rPr>
              <a:t>Normal login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8507681" y="5914913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8300"/>
                </a:solidFill>
              </a:rPr>
              <a:t>Suspicious login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5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9F7C11-A5C1-562A-4A20-3D23FCF0B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034" y="1294160"/>
            <a:ext cx="3704236" cy="41384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31CC555-C5A9-AD4D-2369-320F20D60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402" y="1294160"/>
            <a:ext cx="3147158" cy="4130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Suspicious Access Detection Rules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Simple rule-based logic used in the Lambda function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971800" cy="530352"/>
          </a:xfrm>
          <a:prstGeom prst="rect">
            <a:avLst/>
          </a:prstGeom>
          <a:solidFill>
            <a:srgbClr val="E48300"/>
          </a:solidFill>
          <a:ln>
            <a:solidFill>
              <a:srgbClr val="E48300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Suspicious username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202A"/>
                </a:solidFill>
              </a:rPr>
              <a:t>Flags common risky usernames like admin, root, test, and guest.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0" y="1600200"/>
            <a:ext cx="2971800" cy="530352"/>
          </a:xfrm>
          <a:prstGeom prst="rect">
            <a:avLst/>
          </a:prstGeom>
          <a:solidFill>
            <a:srgbClr val="1479D6"/>
          </a:solidFill>
          <a:ln>
            <a:solidFill>
              <a:srgbClr val="1479D6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Very long 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1772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202A"/>
                </a:solidFill>
              </a:rPr>
              <a:t>Flags usernames or passwords longer than 30 characters.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321040" y="1600200"/>
            <a:ext cx="2971800" cy="530352"/>
          </a:xfrm>
          <a:prstGeom prst="rect">
            <a:avLst/>
          </a:prstGeom>
          <a:solidFill>
            <a:srgbClr val="132B4F"/>
          </a:solidFill>
          <a:ln>
            <a:solidFill>
              <a:srgbClr val="132B4F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Repeated failures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6676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202A"/>
                </a:solidFill>
              </a:rPr>
              <a:t>Checks DynamoDB for 3+ failed attempts within 5 minutes.</a:t>
            </a:r>
            <a:endParaRPr lang="en-US" sz="1550" dirty="0"/>
          </a:p>
        </p:txBody>
      </p:sp>
      <p:pic>
        <p:nvPicPr>
          <p:cNvPr id="11" name="Image 0" descr="/mnt/data/Screenshot 2026-05-13 122851.png"/>
          <p:cNvPicPr>
            <a:picLocks noChangeAspect="1"/>
          </p:cNvPicPr>
          <p:nvPr/>
        </p:nvPicPr>
        <p:blipFill>
          <a:blip r:embed="rId3"/>
          <a:srcRect t="32168" b="32168"/>
          <a:stretch/>
        </p:blipFill>
        <p:spPr>
          <a:xfrm>
            <a:off x="914400" y="3657600"/>
            <a:ext cx="10332720" cy="2240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3657600"/>
            <a:ext cx="1033272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Processing &amp; Data Storage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Lambda processes the request and DynamoDB stores the result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pic>
        <p:nvPicPr>
          <p:cNvPr id="7" name="Image 1" descr="/mnt/data/Screenshot 2026-05-13 122320.png"/>
          <p:cNvPicPr>
            <a:picLocks noChangeAspect="1"/>
          </p:cNvPicPr>
          <p:nvPr/>
        </p:nvPicPr>
        <p:blipFill>
          <a:blip r:embed="rId3"/>
          <a:srcRect l="23414" r="23414"/>
          <a:stretch/>
        </p:blipFill>
        <p:spPr>
          <a:xfrm>
            <a:off x="6144768" y="1325880"/>
            <a:ext cx="5394960" cy="4480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44768" y="1325880"/>
            <a:ext cx="539496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897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36173"/>
                </a:solidFill>
              </a:rPr>
              <a:t>Lambda function: request handling, CORS, and rule logic.</a:t>
            </a:r>
            <a:endParaRPr lang="en-US" sz="1220" dirty="0"/>
          </a:p>
        </p:txBody>
      </p:sp>
      <p:sp>
        <p:nvSpPr>
          <p:cNvPr id="10" name="Text 6"/>
          <p:cNvSpPr/>
          <p:nvPr/>
        </p:nvSpPr>
        <p:spPr>
          <a:xfrm>
            <a:off x="6263640" y="58978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36173"/>
                </a:solidFill>
              </a:rPr>
              <a:t>DynamoDB: stored login attempts with status, username, and suspicious flag.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7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133E38-175D-7E80-0081-2F2317C11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41" y="1435608"/>
            <a:ext cx="5925859" cy="4005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Gateway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The API entry point for the login request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pic>
        <p:nvPicPr>
          <p:cNvPr id="5" name="Image 0" descr="/mnt/data/Screenshot 2026-05-13 123309.png"/>
          <p:cNvPicPr>
            <a:picLocks noChangeAspect="1"/>
          </p:cNvPicPr>
          <p:nvPr/>
        </p:nvPicPr>
        <p:blipFill>
          <a:blip r:embed="rId3"/>
          <a:srcRect l="16767" r="16767"/>
          <a:stretch/>
        </p:blipFill>
        <p:spPr>
          <a:xfrm>
            <a:off x="685800" y="1325880"/>
            <a:ext cx="52578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325880"/>
            <a:ext cx="525780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7" name="Image 1" descr="/mnt/data/Screenshot 2026-05-13 123347.png"/>
          <p:cNvPicPr>
            <a:picLocks noChangeAspect="1"/>
          </p:cNvPicPr>
          <p:nvPr/>
        </p:nvPicPr>
        <p:blipFill>
          <a:blip r:embed="rId4"/>
          <a:srcRect l="3588" r="3588"/>
          <a:stretch/>
        </p:blipFill>
        <p:spPr>
          <a:xfrm>
            <a:off x="6263640" y="1325880"/>
            <a:ext cx="5230368" cy="2194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63640" y="1325880"/>
            <a:ext cx="5230368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9" name="Image 2" descr="/mnt/data/Screenshot 2026-05-13 123432.png"/>
          <p:cNvPicPr>
            <a:picLocks noChangeAspect="1"/>
          </p:cNvPicPr>
          <p:nvPr/>
        </p:nvPicPr>
        <p:blipFill>
          <a:blip r:embed="rId5"/>
          <a:srcRect l="10606" r="10606"/>
          <a:stretch/>
        </p:blipFill>
        <p:spPr>
          <a:xfrm>
            <a:off x="6263640" y="3840480"/>
            <a:ext cx="5230368" cy="19659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63640" y="3840480"/>
            <a:ext cx="5230368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22960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36173"/>
                </a:solidFill>
              </a:rPr>
              <a:t>POST /login handles the actual login request. OPTIONS /login handles browser CORS preflight.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&amp; Alerting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CloudWatch logs activity; SNS sends alerts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5879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8300"/>
                </a:solidFill>
              </a:rPr>
              <a:t>SNS email alert for suspicious login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37960" y="5879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79D6"/>
                </a:solidFill>
              </a:rPr>
              <a:t>CloudWatch Lambda execution logs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9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DF9870-5EAD-A2CF-825F-168B2DFEA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03" y="1618133"/>
            <a:ext cx="5987313" cy="36979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C259B7-8911-1CF6-F7C4-F2E56FC79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216" y="1618133"/>
            <a:ext cx="5625475" cy="33214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Main risks and mitigations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246120" cy="621792"/>
          </a:xfrm>
          <a:prstGeom prst="rect">
            <a:avLst/>
          </a:prstGeom>
          <a:solidFill>
            <a:srgbClr val="132B4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Threat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51960" y="1417320"/>
            <a:ext cx="7178040" cy="621792"/>
          </a:xfrm>
          <a:prstGeom prst="rect">
            <a:avLst/>
          </a:prstGeom>
          <a:solidFill>
            <a:srgbClr val="132B4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Mitigation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324612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Brute-force style attempts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4251960" y="2075688"/>
            <a:ext cx="717804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Rule-based detection for repeated failures and suspicious usernames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777240" y="2734056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Unauthorized service access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4251960" y="2734056"/>
            <a:ext cx="71780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IAM execution role with specific DynamoDB and SNS permissions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777240" y="3392424"/>
            <a:ext cx="324612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Unseen failures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251960" y="3392424"/>
            <a:ext cx="717804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CloudWatch logs for debugging and monitoring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777240" y="4050792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Unencrypted web traffic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4251960" y="4050792"/>
            <a:ext cx="71780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API Gateway HTTPS endpoint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324612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Admin not notified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4251960" y="4709160"/>
            <a:ext cx="717804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SNS email alert for suspicious behavior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&amp;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Main test cases used to verify the prototype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17320"/>
            <a:ext cx="2395728" cy="530352"/>
          </a:xfrm>
          <a:prstGeom prst="rect">
            <a:avLst/>
          </a:prstGeom>
          <a:solidFill>
            <a:srgbClr val="1479D6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Test case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2057400" cy="530352"/>
          </a:xfrm>
          <a:prstGeom prst="rect">
            <a:avLst/>
          </a:prstGeom>
          <a:solidFill>
            <a:srgbClr val="1479D6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Input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5349240" y="1417320"/>
            <a:ext cx="2926080" cy="530352"/>
          </a:xfrm>
          <a:prstGeom prst="rect">
            <a:avLst/>
          </a:prstGeom>
          <a:solidFill>
            <a:srgbClr val="1479D6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Expected result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458200" y="1417320"/>
            <a:ext cx="2468880" cy="530352"/>
          </a:xfrm>
          <a:prstGeom prst="rect">
            <a:avLst/>
          </a:prstGeom>
          <a:solidFill>
            <a:srgbClr val="1479D6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Actual result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621792" y="1984248"/>
            <a:ext cx="2395728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Normal login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3154680" y="1984248"/>
            <a:ext cx="205740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yousef / 123456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349240" y="1984248"/>
            <a:ext cx="29260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SUCCESS, not suspicious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458200" y="1984248"/>
            <a:ext cx="24688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21792" y="2551176"/>
            <a:ext cx="23957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Suspicious username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3154680" y="2551176"/>
            <a:ext cx="2057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admin / wrong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5349240" y="2551176"/>
            <a:ext cx="29260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FAILED, suspicious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8458200" y="2551176"/>
            <a:ext cx="2468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21792" y="3118104"/>
            <a:ext cx="2395728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DynamoDB storage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3154680" y="3118104"/>
            <a:ext cx="205740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Any login attempt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5349240" y="3118104"/>
            <a:ext cx="29260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Record saved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8458200" y="3118104"/>
            <a:ext cx="24688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21792" y="3685032"/>
            <a:ext cx="23957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SNS alert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3154680" y="3685032"/>
            <a:ext cx="2057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Suspicious login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5349240" y="3685032"/>
            <a:ext cx="29260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Email sent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8458200" y="3685032"/>
            <a:ext cx="2468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21792" y="4251960"/>
            <a:ext cx="2395728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CloudWatch logging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3154680" y="4251960"/>
            <a:ext cx="205740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Lambda invocation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5349240" y="4251960"/>
            <a:ext cx="29260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Logs generated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8458200" y="4251960"/>
            <a:ext cx="24688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1097280" y="5532120"/>
            <a:ext cx="9966960" cy="566928"/>
          </a:xfrm>
          <a:prstGeom prst="rect">
            <a:avLst/>
          </a:prstGeom>
          <a:solidFill>
            <a:srgbClr val="168A4A"/>
          </a:solidFill>
          <a:ln>
            <a:solidFill>
              <a:srgbClr val="168A4A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End-to-end flow verified: frontend → API Gateway → Lambda → DynamoDB / SNS / CloudWatch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Demo Path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What was achieved and what can be improved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B4F"/>
                </a:solidFill>
              </a:rPr>
              <a:t>What was achieved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50" dirty="0">
                <a:solidFill>
                  <a:srgbClr val="17202A"/>
                </a:solidFill>
              </a:rPr>
              <a:t>Built a working cloud security prototype.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Used multiple AWS services in an integrated design.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Detected suspicious login behavior and sent email alerts.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Stored records and monitored execution logs.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B4F"/>
                </a:solidFill>
              </a:rPr>
              <a:t>Future improvements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50" dirty="0">
                <a:solidFill>
                  <a:srgbClr val="17202A"/>
                </a:solidFill>
              </a:rPr>
              <a:t>Add real authentication and password hashing.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Improve detection using IP-based rate limiting.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Deploy the frontend publicly instead of localhost.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Add Docker or CI/CD for a more complete DevOps workflow.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83920" y="5349240"/>
            <a:ext cx="10424160" cy="713232"/>
          </a:xfrm>
          <a:prstGeom prst="rect">
            <a:avLst/>
          </a:prstGeom>
          <a:solidFill>
            <a:srgbClr val="132B4F"/>
          </a:solidFill>
          <a:ln>
            <a:solidFill>
              <a:srgbClr val="132B4F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Demo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1001</Words>
  <Application>Microsoft Office PowerPoint</Application>
  <PresentationFormat>Widescreen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PSUT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Login Monitoring and Suspicious Access Alerts</dc:title>
  <dc:subject>Cloud Computing &amp; Security Project</dc:subject>
  <dc:creator>Yousef Moayyad Alkderat</dc:creator>
  <cp:lastModifiedBy>تاله الخضيرات</cp:lastModifiedBy>
  <cp:revision>3</cp:revision>
  <dcterms:created xsi:type="dcterms:W3CDTF">2026-05-13T16:52:31Z</dcterms:created>
  <dcterms:modified xsi:type="dcterms:W3CDTF">2026-05-13T18:21:11Z</dcterms:modified>
</cp:coreProperties>
</file>